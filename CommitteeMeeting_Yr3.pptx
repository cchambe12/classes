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67"/>
    <p:restoredTop sz="94737"/>
  </p:normalViewPr>
  <p:slideViewPr>
    <p:cSldViewPr snapToGrid="0" snapToObjects="1">
      <p:cViewPr varScale="1">
        <p:scale>
          <a:sx n="86" d="100"/>
          <a:sy n="86" d="100"/>
        </p:scale>
        <p:origin x="240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FF6B6A-E0E0-6C46-B2DD-D7C440F55403}" type="datetimeFigureOut">
              <a:rPr lang="en-US" smtClean="0"/>
              <a:t>4/4/19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B63B36-CB96-8A4B-8330-B7EAD7445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48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BCD34-793B-C344-92E0-530822B4FF84}" type="datetimeFigureOut">
              <a:rPr lang="en-US" smtClean="0"/>
              <a:t>4/4/19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FE91-C441-7546-9D46-D7A1909EF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195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BCD34-793B-C344-92E0-530822B4FF84}" type="datetimeFigureOut">
              <a:rPr lang="en-US" smtClean="0"/>
              <a:t>4/4/19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FE91-C441-7546-9D46-D7A1909EF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658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BCD34-793B-C344-92E0-530822B4FF84}" type="datetimeFigureOut">
              <a:rPr lang="en-US" smtClean="0"/>
              <a:t>4/4/19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FE91-C441-7546-9D46-D7A1909EF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173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BCD34-793B-C344-92E0-530822B4FF84}" type="datetimeFigureOut">
              <a:rPr lang="en-US" smtClean="0"/>
              <a:t>4/4/19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FE91-C441-7546-9D46-D7A1909EF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06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BCD34-793B-C344-92E0-530822B4FF84}" type="datetimeFigureOut">
              <a:rPr lang="en-US" smtClean="0"/>
              <a:t>4/4/19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FE91-C441-7546-9D46-D7A1909EF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07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BCD34-793B-C344-92E0-530822B4FF84}" type="datetimeFigureOut">
              <a:rPr lang="en-US" smtClean="0"/>
              <a:t>4/4/19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FE91-C441-7546-9D46-D7A1909EF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184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BCD34-793B-C344-92E0-530822B4FF84}" type="datetimeFigureOut">
              <a:rPr lang="en-US" smtClean="0"/>
              <a:t>4/4/19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FE91-C441-7546-9D46-D7A1909EF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034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BCD34-793B-C344-92E0-530822B4FF84}" type="datetimeFigureOut">
              <a:rPr lang="en-US" smtClean="0"/>
              <a:t>4/4/19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FE91-C441-7546-9D46-D7A1909EF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477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BCD34-793B-C344-92E0-530822B4FF84}" type="datetimeFigureOut">
              <a:rPr lang="en-US" smtClean="0"/>
              <a:t>4/4/19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FE91-C441-7546-9D46-D7A1909EF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500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BCD34-793B-C344-92E0-530822B4FF84}" type="datetimeFigureOut">
              <a:rPr lang="en-US" smtClean="0"/>
              <a:t>4/4/19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FE91-C441-7546-9D46-D7A1909EF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19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BCD34-793B-C344-92E0-530822B4FF84}" type="datetimeFigureOut">
              <a:rPr lang="en-US" smtClean="0"/>
              <a:t>4/4/19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7FE91-C441-7546-9D46-D7A1909EF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51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BCD34-793B-C344-92E0-530822B4FF84}" type="datetimeFigureOut">
              <a:rPr lang="en-US" smtClean="0"/>
              <a:t>4/4/19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87FE91-C441-7546-9D46-D7A1909EF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14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456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5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Frost tolerance 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630" y="965735"/>
            <a:ext cx="7670053" cy="5478609"/>
          </a:xfrm>
        </p:spPr>
      </p:pic>
      <p:pic>
        <p:nvPicPr>
          <p:cNvPr id="7" name="Content Placeholder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407" b="57621"/>
          <a:stretch/>
        </p:blipFill>
        <p:spPr>
          <a:xfrm>
            <a:off x="6244738" y="171433"/>
            <a:ext cx="4705049" cy="423973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" name="Arc 9"/>
          <p:cNvSpPr/>
          <p:nvPr/>
        </p:nvSpPr>
        <p:spPr>
          <a:xfrm rot="5594007" flipH="1">
            <a:off x="9909575" y="1203837"/>
            <a:ext cx="476127" cy="2112722"/>
          </a:xfrm>
          <a:prstGeom prst="arc">
            <a:avLst/>
          </a:prstGeom>
          <a:noFill/>
          <a:ln w="41275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229599" y="1228728"/>
            <a:ext cx="2428875" cy="1328738"/>
          </a:xfrm>
          <a:prstGeom prst="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72717CC-01D6-9947-BAF1-B02A911E1FA4}"/>
              </a:ext>
            </a:extLst>
          </p:cNvPr>
          <p:cNvSpPr txBox="1"/>
          <p:nvPr/>
        </p:nvSpPr>
        <p:spPr>
          <a:xfrm>
            <a:off x="7409352" y="2685284"/>
            <a:ext cx="452996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Duration of Vegetative Risk</a:t>
            </a:r>
          </a:p>
        </p:txBody>
      </p:sp>
    </p:spTree>
    <p:extLst>
      <p:ext uri="{BB962C8B-B14F-4D97-AF65-F5344CB8AC3E}">
        <p14:creationId xmlns:p14="http://schemas.microsoft.com/office/powerpoint/2010/main" val="753150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086" y="-71619"/>
            <a:ext cx="11377914" cy="919665"/>
          </a:xfrm>
        </p:spPr>
        <p:txBody>
          <a:bodyPr/>
          <a:lstStyle/>
          <a:p>
            <a:r>
              <a:rPr lang="en-US" dirty="0"/>
              <a:t>Species differences: tolerance vs avoidance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8BE7107-52EB-5F43-990F-3EADC1CF6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163" y="848046"/>
            <a:ext cx="6609587" cy="600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148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xmlns="" id="{EB5111C5-24F6-0E4E-ACB4-B0DA4AD821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7558" y="152371"/>
            <a:ext cx="6705629" cy="6705629"/>
          </a:xfrm>
        </p:spPr>
      </p:pic>
    </p:spTree>
    <p:extLst>
      <p:ext uri="{BB962C8B-B14F-4D97-AF65-F5344CB8AC3E}">
        <p14:creationId xmlns:p14="http://schemas.microsoft.com/office/powerpoint/2010/main" val="1853006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6413" y="643466"/>
            <a:ext cx="721917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367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336" y="539646"/>
            <a:ext cx="8842893" cy="5756223"/>
          </a:xfrm>
        </p:spPr>
      </p:pic>
    </p:spTree>
    <p:extLst>
      <p:ext uri="{BB962C8B-B14F-4D97-AF65-F5344CB8AC3E}">
        <p14:creationId xmlns:p14="http://schemas.microsoft.com/office/powerpoint/2010/main" val="2142836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</Words>
  <Application>Microsoft Macintosh PowerPoint</Application>
  <PresentationFormat>Widescreen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Calibri Light</vt:lpstr>
      <vt:lpstr>Arial</vt:lpstr>
      <vt:lpstr>Office Theme</vt:lpstr>
      <vt:lpstr>PowerPoint Presentation</vt:lpstr>
      <vt:lpstr>Frost tolerance </vt:lpstr>
      <vt:lpstr>Species differences: tolerance vs avoidance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Chamberlain, Catherine</dc:creator>
  <cp:lastModifiedBy>Chamberlain, Catherine</cp:lastModifiedBy>
  <cp:revision>1</cp:revision>
  <dcterms:created xsi:type="dcterms:W3CDTF">2019-04-04T18:45:38Z</dcterms:created>
  <dcterms:modified xsi:type="dcterms:W3CDTF">2019-04-04T18:48:29Z</dcterms:modified>
</cp:coreProperties>
</file>